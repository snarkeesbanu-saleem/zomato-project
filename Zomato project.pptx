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tFBKO4yusRtyX25OpxhSyr132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Zomato Project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075" y="1203997"/>
            <a:ext cx="12192000" cy="53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600" y="2488275"/>
            <a:ext cx="12080700" cy="25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3" name="Google Shape;10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626" y="1356426"/>
            <a:ext cx="8543100" cy="48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0101" y="1670675"/>
            <a:ext cx="8340300" cy="47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5" name="Google Shape;11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700" y="2343102"/>
            <a:ext cx="11814300" cy="26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1" name="Google Shape;12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075" y="653700"/>
            <a:ext cx="10622700" cy="55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1148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7" name="Google Shape;12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525" y="1380825"/>
            <a:ext cx="9350700" cy="47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2025-03-09T12:09:34Z</dcterms:created>
  <dc:creator>Vipul Sonawane</dc:creator>
</cp:coreProperties>
</file>